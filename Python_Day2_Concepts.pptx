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59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88720"/>
            <a:ext cx="3657600" cy="36576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2926080" cy="2926080"/>
          </a:xfrm>
          <a:prstGeom prst="ellipse">
            <a:avLst/>
          </a:prstGeom>
          <a:solidFill>
            <a:srgbClr val="306998">
              <a:alpha val="4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1421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D4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FUNDAMENTALS OF PYTHON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Day-2 Concepts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39"/>
            <a:ext cx="8229600" cy="77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29840" cy="32461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24028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624328"/>
            <a:ext cx="207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pairs; mutable, keys unique.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2164080" cy="91440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611880"/>
            <a:ext cx="188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"Rakshitha", "age": 22}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07080" y="1417320"/>
            <a:ext cx="2529840" cy="32461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5680" y="224028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Types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35680" y="2624328"/>
            <a:ext cx="207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blocks: built-in, user-defined, with/without args or return values.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89960" y="3566160"/>
            <a:ext cx="2164080" cy="91440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/>
        </p:spPr>
      </p:sp>
      <p:sp>
        <p:nvSpPr>
          <p:cNvPr id="15" name="Text 11"/>
          <p:cNvSpPr/>
          <p:nvPr/>
        </p:nvSpPr>
        <p:spPr>
          <a:xfrm>
            <a:off x="3627120" y="3611880"/>
            <a:ext cx="188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56960" y="1417320"/>
            <a:ext cx="2529840" cy="32461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560" y="1645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5560" y="224028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Arguments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85560" y="2624328"/>
            <a:ext cx="207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Positional, keyword, default, and *args (variable-length).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39840" y="3566160"/>
            <a:ext cx="2164080" cy="91440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/>
        </p:spPr>
      </p:sp>
      <p:sp>
        <p:nvSpPr>
          <p:cNvPr id="21" name="Text 16"/>
          <p:cNvSpPr/>
          <p:nvPr/>
        </p:nvSpPr>
        <p:spPr>
          <a:xfrm>
            <a:off x="6477000" y="3611880"/>
            <a:ext cx="188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greet(name="Guest"):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print("Hello", name)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&amp; Functional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Built-in Functions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— display output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— read user input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— length of a sequence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— data type of a value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/ float() / str() — convert types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/ min() / sum() — aggregate values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26280" y="1417320"/>
            <a:ext cx="1988820" cy="153162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002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8072" y="1600200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09160" y="198424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anonymous function.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09160" y="2537460"/>
            <a:ext cx="1623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x*x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697980" y="1417320"/>
            <a:ext cx="1988820" cy="153162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860" y="16002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9772" y="1600200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80860" y="198424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elements matching a condition.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880860" y="2537460"/>
            <a:ext cx="1623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filter(fn, iterable)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26280" y="3131820"/>
            <a:ext cx="1988820" cy="153162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31470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48072" y="3314700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709160" y="369874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every element.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709160" y="4251960"/>
            <a:ext cx="1623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map(fn, iterable)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697980" y="3131820"/>
            <a:ext cx="1988820" cy="153162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860" y="331470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9772" y="3314700"/>
            <a:ext cx="1211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880860" y="3698748"/>
            <a:ext cx="1623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 list to a single value.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880860" y="4251960"/>
            <a:ext cx="1623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reduce(fn, iterable)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Function Concepts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162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687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8328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calls itself until a base condition is met.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1508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→ 120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32257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436876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740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4140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18933" y="2414016"/>
            <a:ext cx="34476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one at a time using yield instead of return.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812280" y="241401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1; yield 2; yield 3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22783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342132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92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3192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383280" y="33192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behavior to a function without changing its code.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812280" y="33192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@decorator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413308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247388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38454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2245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383280" y="4224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elements one by one using iter() and next().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12280" y="42245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iter([10,20,30])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566160"/>
            <a:ext cx="2926080" cy="292608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76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&amp; LEGB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+ variable lookup order: Local→Enclosing→Global→Built-in.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4448" y="2176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84448" y="24688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.py files; built-ins like math, random, os, sys, datetime.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19088" y="2176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19088" y="24688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Encapsulation, Inheritance, Polymorphism, Abstraction.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24612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29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86791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49808" y="41605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open(), read(), write(), append(), close() manage files.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383280" y="324612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4290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84448" y="386791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3584448" y="41605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Virtual Machine executes compiled bytecode (.pyc).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3246120"/>
            <a:ext cx="2560320" cy="1417320"/>
          </a:xfrm>
          <a:prstGeom prst="roundRect">
            <a:avLst>
              <a:gd name="adj" fmla="val 4516"/>
            </a:avLst>
          </a:prstGeom>
          <a:solidFill>
            <a:srgbClr val="26385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4290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19088" y="386791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419088" y="416052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force, divide &amp; conquer, greedy, dynamic programming, recursive.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</Words>
  <Application>Microsoft Office PowerPoint</Application>
  <PresentationFormat>On-screen Show (16:9)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Learning Day-2</dc:title>
  <dc:subject>PptxGenJS Presentation</dc:subject>
  <dc:creator>Python Learning</dc:creator>
  <cp:lastModifiedBy>Rakshitha N</cp:lastModifiedBy>
  <cp:revision>2</cp:revision>
  <dcterms:created xsi:type="dcterms:W3CDTF">2026-07-08T02:18:09Z</dcterms:created>
  <dcterms:modified xsi:type="dcterms:W3CDTF">2026-07-08T02:24:10Z</dcterms:modified>
</cp:coreProperties>
</file>